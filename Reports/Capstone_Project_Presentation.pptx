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FC828-561A-4BD2-A2EC-9A72566F944F}" v="18" dt="2026-07-12T23:10:42.7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aji gade" userId="47e2bb48d841cba0" providerId="LiveId" clId="{D2FC7E0F-451E-4D22-8D4E-C8A0A077D390}"/>
    <pc:docChg chg="undo custSel addSld modSld">
      <pc:chgData name="Tanaji gade" userId="47e2bb48d841cba0" providerId="LiveId" clId="{D2FC7E0F-451E-4D22-8D4E-C8A0A077D390}" dt="2026-07-12T23:12:07.647" v="1604" actId="1076"/>
      <pc:docMkLst>
        <pc:docMk/>
      </pc:docMkLst>
      <pc:sldChg chg="modSp mod">
        <pc:chgData name="Tanaji gade" userId="47e2bb48d841cba0" providerId="LiveId" clId="{D2FC7E0F-451E-4D22-8D4E-C8A0A077D390}" dt="2026-07-12T22:12:15.885" v="377" actId="207"/>
        <pc:sldMkLst>
          <pc:docMk/>
          <pc:sldMk cId="465916581" sldId="256"/>
        </pc:sldMkLst>
        <pc:spChg chg="mod">
          <ac:chgData name="Tanaji gade" userId="47e2bb48d841cba0" providerId="LiveId" clId="{D2FC7E0F-451E-4D22-8D4E-C8A0A077D390}" dt="2026-07-12T22:12:15.885" v="377" actId="207"/>
          <ac:spMkLst>
            <pc:docMk/>
            <pc:sldMk cId="465916581" sldId="256"/>
            <ac:spMk id="2" creationId="{0CC67B3D-76A3-814B-2E4E-4333F254EBE0}"/>
          </ac:spMkLst>
        </pc:spChg>
        <pc:spChg chg="mod">
          <ac:chgData name="Tanaji gade" userId="47e2bb48d841cba0" providerId="LiveId" clId="{D2FC7E0F-451E-4D22-8D4E-C8A0A077D390}" dt="2026-07-12T22:05:13.775" v="117" actId="2711"/>
          <ac:spMkLst>
            <pc:docMk/>
            <pc:sldMk cId="465916581" sldId="256"/>
            <ac:spMk id="3" creationId="{A2D128A6-A381-DC5D-BC63-9A71C898562B}"/>
          </ac:spMkLst>
        </pc:spChg>
      </pc:sldChg>
      <pc:sldChg chg="modSp new mod">
        <pc:chgData name="Tanaji gade" userId="47e2bb48d841cba0" providerId="LiveId" clId="{D2FC7E0F-451E-4D22-8D4E-C8A0A077D390}" dt="2026-07-12T22:12:59.764" v="383" actId="20577"/>
        <pc:sldMkLst>
          <pc:docMk/>
          <pc:sldMk cId="277871285" sldId="257"/>
        </pc:sldMkLst>
        <pc:spChg chg="mod">
          <ac:chgData name="Tanaji gade" userId="47e2bb48d841cba0" providerId="LiveId" clId="{D2FC7E0F-451E-4D22-8D4E-C8A0A077D390}" dt="2026-07-12T22:12:06.519" v="376" actId="207"/>
          <ac:spMkLst>
            <pc:docMk/>
            <pc:sldMk cId="277871285" sldId="257"/>
            <ac:spMk id="2" creationId="{189EAE4C-8956-7C5E-33AC-3E62B861DA03}"/>
          </ac:spMkLst>
        </pc:spChg>
        <pc:spChg chg="mod">
          <ac:chgData name="Tanaji gade" userId="47e2bb48d841cba0" providerId="LiveId" clId="{D2FC7E0F-451E-4D22-8D4E-C8A0A077D390}" dt="2026-07-12T22:12:59.764" v="383" actId="20577"/>
          <ac:spMkLst>
            <pc:docMk/>
            <pc:sldMk cId="277871285" sldId="257"/>
            <ac:spMk id="3" creationId="{6AC74F6A-5287-F92C-E8EC-5ED98FC96D10}"/>
          </ac:spMkLst>
        </pc:spChg>
      </pc:sldChg>
      <pc:sldChg chg="modSp new mod">
        <pc:chgData name="Tanaji gade" userId="47e2bb48d841cba0" providerId="LiveId" clId="{D2FC7E0F-451E-4D22-8D4E-C8A0A077D390}" dt="2026-07-12T22:18:03.692" v="594" actId="14100"/>
        <pc:sldMkLst>
          <pc:docMk/>
          <pc:sldMk cId="690237722" sldId="258"/>
        </pc:sldMkLst>
        <pc:spChg chg="mod">
          <ac:chgData name="Tanaji gade" userId="47e2bb48d841cba0" providerId="LiveId" clId="{D2FC7E0F-451E-4D22-8D4E-C8A0A077D390}" dt="2026-07-12T22:13:58.627" v="406" actId="207"/>
          <ac:spMkLst>
            <pc:docMk/>
            <pc:sldMk cId="690237722" sldId="258"/>
            <ac:spMk id="2" creationId="{A830A071-5A31-2B4A-6063-77B63609D095}"/>
          </ac:spMkLst>
        </pc:spChg>
        <pc:spChg chg="mod">
          <ac:chgData name="Tanaji gade" userId="47e2bb48d841cba0" providerId="LiveId" clId="{D2FC7E0F-451E-4D22-8D4E-C8A0A077D390}" dt="2026-07-12T22:18:03.692" v="594" actId="14100"/>
          <ac:spMkLst>
            <pc:docMk/>
            <pc:sldMk cId="690237722" sldId="258"/>
            <ac:spMk id="3" creationId="{D04F44EE-01B8-C887-192A-1A813DBED04A}"/>
          </ac:spMkLst>
        </pc:spChg>
      </pc:sldChg>
      <pc:sldChg chg="addSp delSp modSp new mod">
        <pc:chgData name="Tanaji gade" userId="47e2bb48d841cba0" providerId="LiveId" clId="{D2FC7E0F-451E-4D22-8D4E-C8A0A077D390}" dt="2026-07-12T23:12:07.647" v="1604" actId="1076"/>
        <pc:sldMkLst>
          <pc:docMk/>
          <pc:sldMk cId="2446210247" sldId="259"/>
        </pc:sldMkLst>
        <pc:spChg chg="mod">
          <ac:chgData name="Tanaji gade" userId="47e2bb48d841cba0" providerId="LiveId" clId="{D2FC7E0F-451E-4D22-8D4E-C8A0A077D390}" dt="2026-07-12T22:33:02.206" v="730" actId="14100"/>
          <ac:spMkLst>
            <pc:docMk/>
            <pc:sldMk cId="2446210247" sldId="259"/>
            <ac:spMk id="2" creationId="{5B2E80CA-872B-EA10-81A8-877E9005D021}"/>
          </ac:spMkLst>
        </pc:spChg>
        <pc:spChg chg="del">
          <ac:chgData name="Tanaji gade" userId="47e2bb48d841cba0" providerId="LiveId" clId="{D2FC7E0F-451E-4D22-8D4E-C8A0A077D390}" dt="2026-07-12T22:22:30.802" v="622" actId="931"/>
          <ac:spMkLst>
            <pc:docMk/>
            <pc:sldMk cId="2446210247" sldId="259"/>
            <ac:spMk id="3" creationId="{E677DFDE-F569-7258-B38E-10F0F2593634}"/>
          </ac:spMkLst>
        </pc:spChg>
        <pc:spChg chg="add del mod">
          <ac:chgData name="Tanaji gade" userId="47e2bb48d841cba0" providerId="LiveId" clId="{D2FC7E0F-451E-4D22-8D4E-C8A0A077D390}" dt="2026-07-12T22:23:01.292" v="624" actId="931"/>
          <ac:spMkLst>
            <pc:docMk/>
            <pc:sldMk cId="2446210247" sldId="259"/>
            <ac:spMk id="7" creationId="{8BB0007C-24FA-769B-5E03-34921B574F78}"/>
          </ac:spMkLst>
        </pc:spChg>
        <pc:spChg chg="add mod">
          <ac:chgData name="Tanaji gade" userId="47e2bb48d841cba0" providerId="LiveId" clId="{D2FC7E0F-451E-4D22-8D4E-C8A0A077D390}" dt="2026-07-12T23:12:07.647" v="1604" actId="1076"/>
          <ac:spMkLst>
            <pc:docMk/>
            <pc:sldMk cId="2446210247" sldId="259"/>
            <ac:spMk id="10" creationId="{2230D1A5-1A64-41A1-222A-9013732276D5}"/>
          </ac:spMkLst>
        </pc:spChg>
        <pc:picChg chg="add del mod ord">
          <ac:chgData name="Tanaji gade" userId="47e2bb48d841cba0" providerId="LiveId" clId="{D2FC7E0F-451E-4D22-8D4E-C8A0A077D390}" dt="2026-07-12T22:22:39.881" v="623" actId="21"/>
          <ac:picMkLst>
            <pc:docMk/>
            <pc:sldMk cId="2446210247" sldId="259"/>
            <ac:picMk id="5" creationId="{FC5D815A-FC64-F8D6-AA2B-5F90C249147D}"/>
          </ac:picMkLst>
        </pc:picChg>
        <pc:picChg chg="add mod ord">
          <ac:chgData name="Tanaji gade" userId="47e2bb48d841cba0" providerId="LiveId" clId="{D2FC7E0F-451E-4D22-8D4E-C8A0A077D390}" dt="2026-07-12T23:12:00.310" v="1603" actId="14100"/>
          <ac:picMkLst>
            <pc:docMk/>
            <pc:sldMk cId="2446210247" sldId="259"/>
            <ac:picMk id="9" creationId="{75251C5A-6EBE-B21B-0C63-487D7003FF7B}"/>
          </ac:picMkLst>
        </pc:picChg>
      </pc:sldChg>
      <pc:sldChg chg="addSp delSp modSp new mod">
        <pc:chgData name="Tanaji gade" userId="47e2bb48d841cba0" providerId="LiveId" clId="{D2FC7E0F-451E-4D22-8D4E-C8A0A077D390}" dt="2026-07-12T22:49:18.258" v="939" actId="14100"/>
        <pc:sldMkLst>
          <pc:docMk/>
          <pc:sldMk cId="2542201571" sldId="260"/>
        </pc:sldMkLst>
        <pc:spChg chg="mod">
          <ac:chgData name="Tanaji gade" userId="47e2bb48d841cba0" providerId="LiveId" clId="{D2FC7E0F-451E-4D22-8D4E-C8A0A077D390}" dt="2026-07-12T22:35:48.141" v="754" actId="2711"/>
          <ac:spMkLst>
            <pc:docMk/>
            <pc:sldMk cId="2542201571" sldId="260"/>
            <ac:spMk id="2" creationId="{D185DFA0-AF47-F7AF-7AA5-93A992E5A9A1}"/>
          </ac:spMkLst>
        </pc:spChg>
        <pc:spChg chg="del">
          <ac:chgData name="Tanaji gade" userId="47e2bb48d841cba0" providerId="LiveId" clId="{D2FC7E0F-451E-4D22-8D4E-C8A0A077D390}" dt="2026-07-12T22:36:13.550" v="755" actId="1032"/>
          <ac:spMkLst>
            <pc:docMk/>
            <pc:sldMk cId="2542201571" sldId="260"/>
            <ac:spMk id="3" creationId="{C76EA2E3-F145-BA60-B63D-768FED1DFAB0}"/>
          </ac:spMkLst>
        </pc:spChg>
        <pc:spChg chg="add del mod">
          <ac:chgData name="Tanaji gade" userId="47e2bb48d841cba0" providerId="LiveId" clId="{D2FC7E0F-451E-4D22-8D4E-C8A0A077D390}" dt="2026-07-12T22:37:23.479" v="757" actId="1032"/>
          <ac:spMkLst>
            <pc:docMk/>
            <pc:sldMk cId="2542201571" sldId="260"/>
            <ac:spMk id="6" creationId="{C9EA97DD-D916-F4EE-9627-E5FD235337F6}"/>
          </ac:spMkLst>
        </pc:spChg>
        <pc:graphicFrameChg chg="add del modGraphic">
          <ac:chgData name="Tanaji gade" userId="47e2bb48d841cba0" providerId="LiveId" clId="{D2FC7E0F-451E-4D22-8D4E-C8A0A077D390}" dt="2026-07-12T22:37:05.774" v="756" actId="21"/>
          <ac:graphicFrameMkLst>
            <pc:docMk/>
            <pc:sldMk cId="2542201571" sldId="260"/>
            <ac:graphicFrameMk id="4" creationId="{018DAE1A-B8D7-9FF4-7160-4CA998659111}"/>
          </ac:graphicFrameMkLst>
        </pc:graphicFrameChg>
        <pc:graphicFrameChg chg="add mod modGraphic">
          <ac:chgData name="Tanaji gade" userId="47e2bb48d841cba0" providerId="LiveId" clId="{D2FC7E0F-451E-4D22-8D4E-C8A0A077D390}" dt="2026-07-12T22:48:54.396" v="936" actId="14100"/>
          <ac:graphicFrameMkLst>
            <pc:docMk/>
            <pc:sldMk cId="2542201571" sldId="260"/>
            <ac:graphicFrameMk id="7" creationId="{D0113A61-06FB-C8D3-739A-09C7304B0467}"/>
          </ac:graphicFrameMkLst>
        </pc:graphicFrameChg>
        <pc:graphicFrameChg chg="add mod modGraphic">
          <ac:chgData name="Tanaji gade" userId="47e2bb48d841cba0" providerId="LiveId" clId="{D2FC7E0F-451E-4D22-8D4E-C8A0A077D390}" dt="2026-07-12T22:49:18.258" v="939" actId="14100"/>
          <ac:graphicFrameMkLst>
            <pc:docMk/>
            <pc:sldMk cId="2542201571" sldId="260"/>
            <ac:graphicFrameMk id="8" creationId="{0DFD3662-B4AC-6E59-C775-A2C553C98AB7}"/>
          </ac:graphicFrameMkLst>
        </pc:graphicFrameChg>
      </pc:sldChg>
      <pc:sldChg chg="modSp new mod">
        <pc:chgData name="Tanaji gade" userId="47e2bb48d841cba0" providerId="LiveId" clId="{D2FC7E0F-451E-4D22-8D4E-C8A0A077D390}" dt="2026-07-12T22:54:44.244" v="1262" actId="20577"/>
        <pc:sldMkLst>
          <pc:docMk/>
          <pc:sldMk cId="308926115" sldId="261"/>
        </pc:sldMkLst>
        <pc:spChg chg="mod">
          <ac:chgData name="Tanaji gade" userId="47e2bb48d841cba0" providerId="LiveId" clId="{D2FC7E0F-451E-4D22-8D4E-C8A0A077D390}" dt="2026-07-12T22:50:39.188" v="956" actId="207"/>
          <ac:spMkLst>
            <pc:docMk/>
            <pc:sldMk cId="308926115" sldId="261"/>
            <ac:spMk id="2" creationId="{BA015D25-5DE4-76F5-4CE9-CA81B8CFC7B9}"/>
          </ac:spMkLst>
        </pc:spChg>
        <pc:spChg chg="mod">
          <ac:chgData name="Tanaji gade" userId="47e2bb48d841cba0" providerId="LiveId" clId="{D2FC7E0F-451E-4D22-8D4E-C8A0A077D390}" dt="2026-07-12T22:54:44.244" v="1262" actId="20577"/>
          <ac:spMkLst>
            <pc:docMk/>
            <pc:sldMk cId="308926115" sldId="261"/>
            <ac:spMk id="3" creationId="{271E750B-5DF4-32AB-4BEE-B322AE2F06BA}"/>
          </ac:spMkLst>
        </pc:spChg>
      </pc:sldChg>
      <pc:sldChg chg="modSp new mod">
        <pc:chgData name="Tanaji gade" userId="47e2bb48d841cba0" providerId="LiveId" clId="{D2FC7E0F-451E-4D22-8D4E-C8A0A077D390}" dt="2026-07-12T23:10:42.778" v="1601"/>
        <pc:sldMkLst>
          <pc:docMk/>
          <pc:sldMk cId="2906258137" sldId="262"/>
        </pc:sldMkLst>
        <pc:spChg chg="mod">
          <ac:chgData name="Tanaji gade" userId="47e2bb48d841cba0" providerId="LiveId" clId="{D2FC7E0F-451E-4D22-8D4E-C8A0A077D390}" dt="2026-07-12T22:55:27.276" v="1277" actId="2711"/>
          <ac:spMkLst>
            <pc:docMk/>
            <pc:sldMk cId="2906258137" sldId="262"/>
            <ac:spMk id="2" creationId="{E77D444D-33BB-F5B5-A403-8F605E2051E7}"/>
          </ac:spMkLst>
        </pc:spChg>
        <pc:spChg chg="mod">
          <ac:chgData name="Tanaji gade" userId="47e2bb48d841cba0" providerId="LiveId" clId="{D2FC7E0F-451E-4D22-8D4E-C8A0A077D390}" dt="2026-07-12T23:10:42.778" v="1601"/>
          <ac:spMkLst>
            <pc:docMk/>
            <pc:sldMk cId="2906258137" sldId="262"/>
            <ac:spMk id="3" creationId="{C81A533E-61D6-72FF-D821-2B4382804D5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FEC89E-EEFA-4804-8239-04E9A933D33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C5E8A5F-35CE-4E89-A189-C784549CC650}">
      <dgm:prSet phldrT="[Text]" phldr="0" custT="1"/>
      <dgm:spPr/>
      <dgm:t>
        <a:bodyPr/>
        <a:lstStyle/>
        <a:p>
          <a:r>
            <a:rPr lang="en-US" sz="2000" dirty="0"/>
            <a:t>Raw Data(csv)</a:t>
          </a:r>
          <a:endParaRPr lang="en-IN" sz="2000" dirty="0"/>
        </a:p>
      </dgm:t>
    </dgm:pt>
    <dgm:pt modelId="{503C426D-6805-4C3F-9923-5EE5FE0789ED}" type="parTrans" cxnId="{0BE6A73E-01FE-4F35-BCE2-02471AFA3FC7}">
      <dgm:prSet/>
      <dgm:spPr/>
      <dgm:t>
        <a:bodyPr/>
        <a:lstStyle/>
        <a:p>
          <a:endParaRPr lang="en-IN"/>
        </a:p>
      </dgm:t>
    </dgm:pt>
    <dgm:pt modelId="{82FBA6F0-6BB4-4DBA-BCCA-31FC322FAC49}" type="sibTrans" cxnId="{0BE6A73E-01FE-4F35-BCE2-02471AFA3FC7}">
      <dgm:prSet/>
      <dgm:spPr/>
      <dgm:t>
        <a:bodyPr/>
        <a:lstStyle/>
        <a:p>
          <a:endParaRPr lang="en-IN"/>
        </a:p>
      </dgm:t>
    </dgm:pt>
    <dgm:pt modelId="{16A014CA-F686-4075-9BFB-104D88DD3745}">
      <dgm:prSet phldrT="[Text]" phldr="0" custT="1"/>
      <dgm:spPr/>
      <dgm:t>
        <a:bodyPr/>
        <a:lstStyle/>
        <a:p>
          <a:r>
            <a:rPr lang="en-US" sz="2000" dirty="0"/>
            <a:t>Python</a:t>
          </a:r>
        </a:p>
        <a:p>
          <a:r>
            <a:rPr lang="en-IN" sz="1800" dirty="0"/>
            <a:t>(Data Cleaning)</a:t>
          </a:r>
        </a:p>
      </dgm:t>
    </dgm:pt>
    <dgm:pt modelId="{D62A8B42-304E-4A71-BAB4-F4EDCAE67815}" type="parTrans" cxnId="{B6717A9B-B1D9-4B87-AD67-94ECD1A92364}">
      <dgm:prSet/>
      <dgm:spPr/>
      <dgm:t>
        <a:bodyPr/>
        <a:lstStyle/>
        <a:p>
          <a:endParaRPr lang="en-IN"/>
        </a:p>
      </dgm:t>
    </dgm:pt>
    <dgm:pt modelId="{670D7DF2-BEB0-420E-91A9-E9C1E5E5CDA9}" type="sibTrans" cxnId="{B6717A9B-B1D9-4B87-AD67-94ECD1A92364}">
      <dgm:prSet/>
      <dgm:spPr/>
      <dgm:t>
        <a:bodyPr/>
        <a:lstStyle/>
        <a:p>
          <a:endParaRPr lang="en-IN"/>
        </a:p>
      </dgm:t>
    </dgm:pt>
    <dgm:pt modelId="{A6764541-FC1F-437A-B498-9C935F93CFD0}">
      <dgm:prSet phldrT="[Text]" phldr="0" custT="1"/>
      <dgm:spPr/>
      <dgm:t>
        <a:bodyPr/>
        <a:lstStyle/>
        <a:p>
          <a:r>
            <a:rPr lang="en-US" sz="2000" dirty="0"/>
            <a:t>SQLite</a:t>
          </a:r>
        </a:p>
        <a:p>
          <a:r>
            <a:rPr lang="en-IN" sz="2000" dirty="0"/>
            <a:t>(</a:t>
          </a:r>
          <a:r>
            <a:rPr lang="en-IN" sz="1800" dirty="0"/>
            <a:t>Database</a:t>
          </a:r>
          <a:r>
            <a:rPr lang="en-IN" sz="2000" dirty="0"/>
            <a:t>)</a:t>
          </a:r>
        </a:p>
      </dgm:t>
    </dgm:pt>
    <dgm:pt modelId="{ED22DE81-62B6-49F8-A634-C0D7F623D1C5}" type="parTrans" cxnId="{4A69EB52-144D-4AF4-870C-4CA22317F48B}">
      <dgm:prSet/>
      <dgm:spPr/>
      <dgm:t>
        <a:bodyPr/>
        <a:lstStyle/>
        <a:p>
          <a:endParaRPr lang="en-IN"/>
        </a:p>
      </dgm:t>
    </dgm:pt>
    <dgm:pt modelId="{26C8104A-E978-4F53-BCA9-11BAEFED1875}" type="sibTrans" cxnId="{4A69EB52-144D-4AF4-870C-4CA22317F48B}">
      <dgm:prSet/>
      <dgm:spPr/>
      <dgm:t>
        <a:bodyPr/>
        <a:lstStyle/>
        <a:p>
          <a:endParaRPr lang="en-IN"/>
        </a:p>
      </dgm:t>
    </dgm:pt>
    <dgm:pt modelId="{3A8C9DC2-780F-4346-B27B-E837435E0D15}" type="pres">
      <dgm:prSet presAssocID="{49FEC89E-EEFA-4804-8239-04E9A933D337}" presName="Name0" presStyleCnt="0">
        <dgm:presLayoutVars>
          <dgm:dir/>
          <dgm:resizeHandles val="exact"/>
        </dgm:presLayoutVars>
      </dgm:prSet>
      <dgm:spPr/>
    </dgm:pt>
    <dgm:pt modelId="{9ECE0F6F-E6AF-4283-A65E-1770E914FD7E}" type="pres">
      <dgm:prSet presAssocID="{4C5E8A5F-35CE-4E89-A189-C784549CC650}" presName="node" presStyleLbl="node1" presStyleIdx="0" presStyleCnt="3" custLinFactNeighborX="-836" custLinFactNeighborY="460">
        <dgm:presLayoutVars>
          <dgm:bulletEnabled val="1"/>
        </dgm:presLayoutVars>
      </dgm:prSet>
      <dgm:spPr/>
    </dgm:pt>
    <dgm:pt modelId="{3EA0930F-CB67-4095-948D-2A15DE7FBE4C}" type="pres">
      <dgm:prSet presAssocID="{82FBA6F0-6BB4-4DBA-BCCA-31FC322FAC49}" presName="sibTrans" presStyleLbl="sibTrans2D1" presStyleIdx="0" presStyleCnt="2"/>
      <dgm:spPr/>
    </dgm:pt>
    <dgm:pt modelId="{83FED179-6A9A-43DE-92EC-70A3097D8B27}" type="pres">
      <dgm:prSet presAssocID="{82FBA6F0-6BB4-4DBA-BCCA-31FC322FAC49}" presName="connectorText" presStyleLbl="sibTrans2D1" presStyleIdx="0" presStyleCnt="2"/>
      <dgm:spPr/>
    </dgm:pt>
    <dgm:pt modelId="{C3371282-9C0E-4F4E-9F55-251297627C54}" type="pres">
      <dgm:prSet presAssocID="{16A014CA-F686-4075-9BFB-104D88DD3745}" presName="node" presStyleLbl="node1" presStyleIdx="1" presStyleCnt="3">
        <dgm:presLayoutVars>
          <dgm:bulletEnabled val="1"/>
        </dgm:presLayoutVars>
      </dgm:prSet>
      <dgm:spPr/>
    </dgm:pt>
    <dgm:pt modelId="{8F3D421F-A12A-4BF3-BCBB-C3522C8485D1}" type="pres">
      <dgm:prSet presAssocID="{670D7DF2-BEB0-420E-91A9-E9C1E5E5CDA9}" presName="sibTrans" presStyleLbl="sibTrans2D1" presStyleIdx="1" presStyleCnt="2"/>
      <dgm:spPr/>
    </dgm:pt>
    <dgm:pt modelId="{4AB29594-CACD-41A9-B507-46F026978343}" type="pres">
      <dgm:prSet presAssocID="{670D7DF2-BEB0-420E-91A9-E9C1E5E5CDA9}" presName="connectorText" presStyleLbl="sibTrans2D1" presStyleIdx="1" presStyleCnt="2"/>
      <dgm:spPr/>
    </dgm:pt>
    <dgm:pt modelId="{55700F15-8F80-4286-B360-978BAE71A6C5}" type="pres">
      <dgm:prSet presAssocID="{A6764541-FC1F-437A-B498-9C935F93CFD0}" presName="node" presStyleLbl="node1" presStyleIdx="2" presStyleCnt="3" custLinFactNeighborX="-9654" custLinFactNeighborY="-919">
        <dgm:presLayoutVars>
          <dgm:bulletEnabled val="1"/>
        </dgm:presLayoutVars>
      </dgm:prSet>
      <dgm:spPr/>
    </dgm:pt>
  </dgm:ptLst>
  <dgm:cxnLst>
    <dgm:cxn modelId="{FA05D20E-7011-4AA0-8178-7833E6483C36}" type="presOf" srcId="{A6764541-FC1F-437A-B498-9C935F93CFD0}" destId="{55700F15-8F80-4286-B360-978BAE71A6C5}" srcOrd="0" destOrd="0" presId="urn:microsoft.com/office/officeart/2005/8/layout/process1"/>
    <dgm:cxn modelId="{3525B614-4D44-4ABE-91F5-06F5F186A8AD}" type="presOf" srcId="{4C5E8A5F-35CE-4E89-A189-C784549CC650}" destId="{9ECE0F6F-E6AF-4283-A65E-1770E914FD7E}" srcOrd="0" destOrd="0" presId="urn:microsoft.com/office/officeart/2005/8/layout/process1"/>
    <dgm:cxn modelId="{619C4F1A-29FC-407B-BED9-55E73E4B3E46}" type="presOf" srcId="{82FBA6F0-6BB4-4DBA-BCCA-31FC322FAC49}" destId="{83FED179-6A9A-43DE-92EC-70A3097D8B27}" srcOrd="1" destOrd="0" presId="urn:microsoft.com/office/officeart/2005/8/layout/process1"/>
    <dgm:cxn modelId="{0BE6A73E-01FE-4F35-BCE2-02471AFA3FC7}" srcId="{49FEC89E-EEFA-4804-8239-04E9A933D337}" destId="{4C5E8A5F-35CE-4E89-A189-C784549CC650}" srcOrd="0" destOrd="0" parTransId="{503C426D-6805-4C3F-9923-5EE5FE0789ED}" sibTransId="{82FBA6F0-6BB4-4DBA-BCCA-31FC322FAC49}"/>
    <dgm:cxn modelId="{57C83142-6ADE-4142-9495-49BAA3AA642C}" type="presOf" srcId="{49FEC89E-EEFA-4804-8239-04E9A933D337}" destId="{3A8C9DC2-780F-4346-B27B-E837435E0D15}" srcOrd="0" destOrd="0" presId="urn:microsoft.com/office/officeart/2005/8/layout/process1"/>
    <dgm:cxn modelId="{639D8271-7194-4A35-BD06-9559644C99B4}" type="presOf" srcId="{670D7DF2-BEB0-420E-91A9-E9C1E5E5CDA9}" destId="{4AB29594-CACD-41A9-B507-46F026978343}" srcOrd="1" destOrd="0" presId="urn:microsoft.com/office/officeart/2005/8/layout/process1"/>
    <dgm:cxn modelId="{125D0C52-5A8E-4390-878B-904A00986C5F}" type="presOf" srcId="{670D7DF2-BEB0-420E-91A9-E9C1E5E5CDA9}" destId="{8F3D421F-A12A-4BF3-BCBB-C3522C8485D1}" srcOrd="0" destOrd="0" presId="urn:microsoft.com/office/officeart/2005/8/layout/process1"/>
    <dgm:cxn modelId="{4A69EB52-144D-4AF4-870C-4CA22317F48B}" srcId="{49FEC89E-EEFA-4804-8239-04E9A933D337}" destId="{A6764541-FC1F-437A-B498-9C935F93CFD0}" srcOrd="2" destOrd="0" parTransId="{ED22DE81-62B6-49F8-A634-C0D7F623D1C5}" sibTransId="{26C8104A-E978-4F53-BCA9-11BAEFED1875}"/>
    <dgm:cxn modelId="{DBCAF456-A6F9-4A5F-98BA-104E1532CD2A}" type="presOf" srcId="{82FBA6F0-6BB4-4DBA-BCCA-31FC322FAC49}" destId="{3EA0930F-CB67-4095-948D-2A15DE7FBE4C}" srcOrd="0" destOrd="0" presId="urn:microsoft.com/office/officeart/2005/8/layout/process1"/>
    <dgm:cxn modelId="{B6717A9B-B1D9-4B87-AD67-94ECD1A92364}" srcId="{49FEC89E-EEFA-4804-8239-04E9A933D337}" destId="{16A014CA-F686-4075-9BFB-104D88DD3745}" srcOrd="1" destOrd="0" parTransId="{D62A8B42-304E-4A71-BAB4-F4EDCAE67815}" sibTransId="{670D7DF2-BEB0-420E-91A9-E9C1E5E5CDA9}"/>
    <dgm:cxn modelId="{500130CE-06EB-403C-8F75-33340204AC74}" type="presOf" srcId="{16A014CA-F686-4075-9BFB-104D88DD3745}" destId="{C3371282-9C0E-4F4E-9F55-251297627C54}" srcOrd="0" destOrd="0" presId="urn:microsoft.com/office/officeart/2005/8/layout/process1"/>
    <dgm:cxn modelId="{571B813D-A207-4DAC-8CF2-EFF63014EEEF}" type="presParOf" srcId="{3A8C9DC2-780F-4346-B27B-E837435E0D15}" destId="{9ECE0F6F-E6AF-4283-A65E-1770E914FD7E}" srcOrd="0" destOrd="0" presId="urn:microsoft.com/office/officeart/2005/8/layout/process1"/>
    <dgm:cxn modelId="{69977AA2-5F2C-48C7-A3AE-AD3BEC00C90D}" type="presParOf" srcId="{3A8C9DC2-780F-4346-B27B-E837435E0D15}" destId="{3EA0930F-CB67-4095-948D-2A15DE7FBE4C}" srcOrd="1" destOrd="0" presId="urn:microsoft.com/office/officeart/2005/8/layout/process1"/>
    <dgm:cxn modelId="{0BBFDA53-8B2F-4DF3-8BDC-C58E2850A426}" type="presParOf" srcId="{3EA0930F-CB67-4095-948D-2A15DE7FBE4C}" destId="{83FED179-6A9A-43DE-92EC-70A3097D8B27}" srcOrd="0" destOrd="0" presId="urn:microsoft.com/office/officeart/2005/8/layout/process1"/>
    <dgm:cxn modelId="{FD070C60-C510-459E-A20E-4CFBB51C4778}" type="presParOf" srcId="{3A8C9DC2-780F-4346-B27B-E837435E0D15}" destId="{C3371282-9C0E-4F4E-9F55-251297627C54}" srcOrd="2" destOrd="0" presId="urn:microsoft.com/office/officeart/2005/8/layout/process1"/>
    <dgm:cxn modelId="{A0BB8634-073D-4BB3-8E33-BE09A9256038}" type="presParOf" srcId="{3A8C9DC2-780F-4346-B27B-E837435E0D15}" destId="{8F3D421F-A12A-4BF3-BCBB-C3522C8485D1}" srcOrd="3" destOrd="0" presId="urn:microsoft.com/office/officeart/2005/8/layout/process1"/>
    <dgm:cxn modelId="{2875080E-45AE-413F-9126-56DB2DCA455C}" type="presParOf" srcId="{8F3D421F-A12A-4BF3-BCBB-C3522C8485D1}" destId="{4AB29594-CACD-41A9-B507-46F026978343}" srcOrd="0" destOrd="0" presId="urn:microsoft.com/office/officeart/2005/8/layout/process1"/>
    <dgm:cxn modelId="{733ABB55-3D98-467E-A094-61C215252D92}" type="presParOf" srcId="{3A8C9DC2-780F-4346-B27B-E837435E0D15}" destId="{55700F15-8F80-4286-B360-978BAE71A6C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66144A-C3E0-45F8-ABE1-209CEEB293A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8B7182A-1DFB-48DE-8F71-AB63AFE8BE56}">
      <dgm:prSet phldrT="[Text]" phldr="0" custT="1"/>
      <dgm:spPr/>
      <dgm:t>
        <a:bodyPr/>
        <a:lstStyle/>
        <a:p>
          <a:r>
            <a:rPr lang="en-US" sz="2000" dirty="0"/>
            <a:t>SQLite</a:t>
          </a:r>
        </a:p>
        <a:p>
          <a:r>
            <a:rPr lang="en-IN" sz="2000" dirty="0"/>
            <a:t>(Data Analysis)</a:t>
          </a:r>
        </a:p>
      </dgm:t>
    </dgm:pt>
    <dgm:pt modelId="{2C8D8D27-A570-4AF7-8E0F-B884311E84CC}" type="parTrans" cxnId="{D92B21A4-6B79-42D0-B12F-B211FE505214}">
      <dgm:prSet/>
      <dgm:spPr/>
      <dgm:t>
        <a:bodyPr/>
        <a:lstStyle/>
        <a:p>
          <a:endParaRPr lang="en-IN"/>
        </a:p>
      </dgm:t>
    </dgm:pt>
    <dgm:pt modelId="{0441A23D-2391-4685-9AAB-186CAAE5ADC4}" type="sibTrans" cxnId="{D92B21A4-6B79-42D0-B12F-B211FE505214}">
      <dgm:prSet/>
      <dgm:spPr/>
      <dgm:t>
        <a:bodyPr/>
        <a:lstStyle/>
        <a:p>
          <a:endParaRPr lang="en-IN"/>
        </a:p>
      </dgm:t>
    </dgm:pt>
    <dgm:pt modelId="{B2A4F9AC-B34E-42F8-B593-55DA24A003A0}">
      <dgm:prSet phldrT="[Text]" phldr="0" custT="1"/>
      <dgm:spPr/>
      <dgm:t>
        <a:bodyPr/>
        <a:lstStyle/>
        <a:p>
          <a:r>
            <a:rPr lang="en-US" sz="2000" dirty="0"/>
            <a:t>Power BI</a:t>
          </a:r>
        </a:p>
        <a:p>
          <a:r>
            <a:rPr lang="en-IN" sz="2000" dirty="0"/>
            <a:t>(Dashboard &amp; Visualization)</a:t>
          </a:r>
        </a:p>
      </dgm:t>
    </dgm:pt>
    <dgm:pt modelId="{442C4A57-F404-4A24-A52B-6D0A935DC580}" type="parTrans" cxnId="{BAC8D59A-5F98-4498-8454-20451DA8C4AB}">
      <dgm:prSet/>
      <dgm:spPr/>
      <dgm:t>
        <a:bodyPr/>
        <a:lstStyle/>
        <a:p>
          <a:endParaRPr lang="en-IN"/>
        </a:p>
      </dgm:t>
    </dgm:pt>
    <dgm:pt modelId="{ABBCBB8F-2FC1-4115-8FDB-BBD365678999}" type="sibTrans" cxnId="{BAC8D59A-5F98-4498-8454-20451DA8C4AB}">
      <dgm:prSet/>
      <dgm:spPr/>
      <dgm:t>
        <a:bodyPr/>
        <a:lstStyle/>
        <a:p>
          <a:endParaRPr lang="en-IN"/>
        </a:p>
      </dgm:t>
    </dgm:pt>
    <dgm:pt modelId="{D5BDB0A2-DF88-4DF6-8B42-4A5FE07268E1}">
      <dgm:prSet phldrT="[Text]" phldr="0" custT="1"/>
      <dgm:spPr/>
      <dgm:t>
        <a:bodyPr/>
        <a:lstStyle/>
        <a:p>
          <a:r>
            <a:rPr lang="en-US" sz="1800" dirty="0"/>
            <a:t>Insights &amp; Recommendations</a:t>
          </a:r>
          <a:endParaRPr lang="en-IN" sz="1800" dirty="0"/>
        </a:p>
      </dgm:t>
    </dgm:pt>
    <dgm:pt modelId="{983AEFA2-0E31-41C4-AB87-3E3E10EA64A7}" type="sibTrans" cxnId="{F379E6EB-0893-4D80-A7D9-2C80C5471CEC}">
      <dgm:prSet/>
      <dgm:spPr/>
      <dgm:t>
        <a:bodyPr/>
        <a:lstStyle/>
        <a:p>
          <a:endParaRPr lang="en-IN"/>
        </a:p>
      </dgm:t>
    </dgm:pt>
    <dgm:pt modelId="{B81B45EB-116B-4BB0-B638-8B04968ED352}" type="parTrans" cxnId="{F379E6EB-0893-4D80-A7D9-2C80C5471CEC}">
      <dgm:prSet/>
      <dgm:spPr/>
      <dgm:t>
        <a:bodyPr/>
        <a:lstStyle/>
        <a:p>
          <a:endParaRPr lang="en-IN"/>
        </a:p>
      </dgm:t>
    </dgm:pt>
    <dgm:pt modelId="{180B8F0B-C99B-44EA-9F6A-EA8F7F2EBDCE}" type="pres">
      <dgm:prSet presAssocID="{2166144A-C3E0-45F8-ABE1-209CEEB293A8}" presName="Name0" presStyleCnt="0">
        <dgm:presLayoutVars>
          <dgm:dir/>
          <dgm:resizeHandles val="exact"/>
        </dgm:presLayoutVars>
      </dgm:prSet>
      <dgm:spPr/>
    </dgm:pt>
    <dgm:pt modelId="{01DB2D58-4316-4A3E-9773-4A3E21136879}" type="pres">
      <dgm:prSet presAssocID="{28B7182A-1DFB-48DE-8F71-AB63AFE8BE56}" presName="node" presStyleLbl="node1" presStyleIdx="0" presStyleCnt="3">
        <dgm:presLayoutVars>
          <dgm:bulletEnabled val="1"/>
        </dgm:presLayoutVars>
      </dgm:prSet>
      <dgm:spPr/>
    </dgm:pt>
    <dgm:pt modelId="{0A1F1CDE-0262-4513-ADD4-A51142E9D336}" type="pres">
      <dgm:prSet presAssocID="{0441A23D-2391-4685-9AAB-186CAAE5ADC4}" presName="sibTrans" presStyleLbl="sibTrans2D1" presStyleIdx="0" presStyleCnt="2"/>
      <dgm:spPr/>
    </dgm:pt>
    <dgm:pt modelId="{FEDBEE0F-EED9-4026-A064-939288E98DAC}" type="pres">
      <dgm:prSet presAssocID="{0441A23D-2391-4685-9AAB-186CAAE5ADC4}" presName="connectorText" presStyleLbl="sibTrans2D1" presStyleIdx="0" presStyleCnt="2"/>
      <dgm:spPr/>
    </dgm:pt>
    <dgm:pt modelId="{101D880A-AD2B-4E28-83E9-B1D349F38B3E}" type="pres">
      <dgm:prSet presAssocID="{B2A4F9AC-B34E-42F8-B593-55DA24A003A0}" presName="node" presStyleLbl="node1" presStyleIdx="1" presStyleCnt="3">
        <dgm:presLayoutVars>
          <dgm:bulletEnabled val="1"/>
        </dgm:presLayoutVars>
      </dgm:prSet>
      <dgm:spPr/>
    </dgm:pt>
    <dgm:pt modelId="{50C78880-70FF-4DD5-8F0E-1EBC721C6174}" type="pres">
      <dgm:prSet presAssocID="{ABBCBB8F-2FC1-4115-8FDB-BBD365678999}" presName="sibTrans" presStyleLbl="sibTrans2D1" presStyleIdx="1" presStyleCnt="2"/>
      <dgm:spPr/>
    </dgm:pt>
    <dgm:pt modelId="{6A859B35-5B68-4935-9881-6298B311B683}" type="pres">
      <dgm:prSet presAssocID="{ABBCBB8F-2FC1-4115-8FDB-BBD365678999}" presName="connectorText" presStyleLbl="sibTrans2D1" presStyleIdx="1" presStyleCnt="2"/>
      <dgm:spPr/>
    </dgm:pt>
    <dgm:pt modelId="{04E96A0A-05E5-451D-B832-3778FE196385}" type="pres">
      <dgm:prSet presAssocID="{D5BDB0A2-DF88-4DF6-8B42-4A5FE07268E1}" presName="node" presStyleLbl="node1" presStyleIdx="2" presStyleCnt="3">
        <dgm:presLayoutVars>
          <dgm:bulletEnabled val="1"/>
        </dgm:presLayoutVars>
      </dgm:prSet>
      <dgm:spPr/>
    </dgm:pt>
  </dgm:ptLst>
  <dgm:cxnLst>
    <dgm:cxn modelId="{F87F5008-2878-4ADC-99CD-61BE7EBC0067}" type="presOf" srcId="{B2A4F9AC-B34E-42F8-B593-55DA24A003A0}" destId="{101D880A-AD2B-4E28-83E9-B1D349F38B3E}" srcOrd="0" destOrd="0" presId="urn:microsoft.com/office/officeart/2005/8/layout/process1"/>
    <dgm:cxn modelId="{DAF4C421-44A6-4608-AA40-E9DFF8FEDFD7}" type="presOf" srcId="{D5BDB0A2-DF88-4DF6-8B42-4A5FE07268E1}" destId="{04E96A0A-05E5-451D-B832-3778FE196385}" srcOrd="0" destOrd="0" presId="urn:microsoft.com/office/officeart/2005/8/layout/process1"/>
    <dgm:cxn modelId="{0B97FE61-8286-45EB-BFEA-D4784C05D37E}" type="presOf" srcId="{0441A23D-2391-4685-9AAB-186CAAE5ADC4}" destId="{0A1F1CDE-0262-4513-ADD4-A51142E9D336}" srcOrd="0" destOrd="0" presId="urn:microsoft.com/office/officeart/2005/8/layout/process1"/>
    <dgm:cxn modelId="{029B814E-7421-4382-88B6-CA772FFF76EB}" type="presOf" srcId="{2166144A-C3E0-45F8-ABE1-209CEEB293A8}" destId="{180B8F0B-C99B-44EA-9F6A-EA8F7F2EBDCE}" srcOrd="0" destOrd="0" presId="urn:microsoft.com/office/officeart/2005/8/layout/process1"/>
    <dgm:cxn modelId="{1971FC4E-54F4-47B6-8A04-BD6A2D3FEC40}" type="presOf" srcId="{ABBCBB8F-2FC1-4115-8FDB-BBD365678999}" destId="{50C78880-70FF-4DD5-8F0E-1EBC721C6174}" srcOrd="0" destOrd="0" presId="urn:microsoft.com/office/officeart/2005/8/layout/process1"/>
    <dgm:cxn modelId="{26ABBE95-2CC3-41BE-BD0F-236435FC8834}" type="presOf" srcId="{28B7182A-1DFB-48DE-8F71-AB63AFE8BE56}" destId="{01DB2D58-4316-4A3E-9773-4A3E21136879}" srcOrd="0" destOrd="0" presId="urn:microsoft.com/office/officeart/2005/8/layout/process1"/>
    <dgm:cxn modelId="{BAC8D59A-5F98-4498-8454-20451DA8C4AB}" srcId="{2166144A-C3E0-45F8-ABE1-209CEEB293A8}" destId="{B2A4F9AC-B34E-42F8-B593-55DA24A003A0}" srcOrd="1" destOrd="0" parTransId="{442C4A57-F404-4A24-A52B-6D0A935DC580}" sibTransId="{ABBCBB8F-2FC1-4115-8FDB-BBD365678999}"/>
    <dgm:cxn modelId="{D92B21A4-6B79-42D0-B12F-B211FE505214}" srcId="{2166144A-C3E0-45F8-ABE1-209CEEB293A8}" destId="{28B7182A-1DFB-48DE-8F71-AB63AFE8BE56}" srcOrd="0" destOrd="0" parTransId="{2C8D8D27-A570-4AF7-8E0F-B884311E84CC}" sibTransId="{0441A23D-2391-4685-9AAB-186CAAE5ADC4}"/>
    <dgm:cxn modelId="{2F96E0C7-1B01-4EDF-8130-D2653498FD41}" type="presOf" srcId="{ABBCBB8F-2FC1-4115-8FDB-BBD365678999}" destId="{6A859B35-5B68-4935-9881-6298B311B683}" srcOrd="1" destOrd="0" presId="urn:microsoft.com/office/officeart/2005/8/layout/process1"/>
    <dgm:cxn modelId="{2D9C71DA-0407-41C7-B926-78186873479C}" type="presOf" srcId="{0441A23D-2391-4685-9AAB-186CAAE5ADC4}" destId="{FEDBEE0F-EED9-4026-A064-939288E98DAC}" srcOrd="1" destOrd="0" presId="urn:microsoft.com/office/officeart/2005/8/layout/process1"/>
    <dgm:cxn modelId="{F379E6EB-0893-4D80-A7D9-2C80C5471CEC}" srcId="{2166144A-C3E0-45F8-ABE1-209CEEB293A8}" destId="{D5BDB0A2-DF88-4DF6-8B42-4A5FE07268E1}" srcOrd="2" destOrd="0" parTransId="{B81B45EB-116B-4BB0-B638-8B04968ED352}" sibTransId="{983AEFA2-0E31-41C4-AB87-3E3E10EA64A7}"/>
    <dgm:cxn modelId="{0B031B56-3E8F-4E86-9F9F-18384CACE08B}" type="presParOf" srcId="{180B8F0B-C99B-44EA-9F6A-EA8F7F2EBDCE}" destId="{01DB2D58-4316-4A3E-9773-4A3E21136879}" srcOrd="0" destOrd="0" presId="urn:microsoft.com/office/officeart/2005/8/layout/process1"/>
    <dgm:cxn modelId="{FF3608B5-D3A5-479A-B53F-649C2168C2C5}" type="presParOf" srcId="{180B8F0B-C99B-44EA-9F6A-EA8F7F2EBDCE}" destId="{0A1F1CDE-0262-4513-ADD4-A51142E9D336}" srcOrd="1" destOrd="0" presId="urn:microsoft.com/office/officeart/2005/8/layout/process1"/>
    <dgm:cxn modelId="{19E8C161-36B2-4841-89EE-FFAA5E574D4B}" type="presParOf" srcId="{0A1F1CDE-0262-4513-ADD4-A51142E9D336}" destId="{FEDBEE0F-EED9-4026-A064-939288E98DAC}" srcOrd="0" destOrd="0" presId="urn:microsoft.com/office/officeart/2005/8/layout/process1"/>
    <dgm:cxn modelId="{486B453F-59EA-4860-B3E1-A89929050547}" type="presParOf" srcId="{180B8F0B-C99B-44EA-9F6A-EA8F7F2EBDCE}" destId="{101D880A-AD2B-4E28-83E9-B1D349F38B3E}" srcOrd="2" destOrd="0" presId="urn:microsoft.com/office/officeart/2005/8/layout/process1"/>
    <dgm:cxn modelId="{4BB6F06D-4FF2-486C-BF07-28A15E0F0328}" type="presParOf" srcId="{180B8F0B-C99B-44EA-9F6A-EA8F7F2EBDCE}" destId="{50C78880-70FF-4DD5-8F0E-1EBC721C6174}" srcOrd="3" destOrd="0" presId="urn:microsoft.com/office/officeart/2005/8/layout/process1"/>
    <dgm:cxn modelId="{7CAED821-8565-45D9-A916-63AF3BE63D9C}" type="presParOf" srcId="{50C78880-70FF-4DD5-8F0E-1EBC721C6174}" destId="{6A859B35-5B68-4935-9881-6298B311B683}" srcOrd="0" destOrd="0" presId="urn:microsoft.com/office/officeart/2005/8/layout/process1"/>
    <dgm:cxn modelId="{E20F68E9-8536-4A53-9C4E-48374614D9CA}" type="presParOf" srcId="{180B8F0B-C99B-44EA-9F6A-EA8F7F2EBDCE}" destId="{04E96A0A-05E5-451D-B832-3778FE19638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CE0F6F-E6AF-4283-A65E-1770E914FD7E}">
      <dsp:nvSpPr>
        <dsp:cNvPr id="0" name=""/>
        <dsp:cNvSpPr/>
      </dsp:nvSpPr>
      <dsp:spPr>
        <a:xfrm>
          <a:off x="5" y="147306"/>
          <a:ext cx="2930544" cy="17583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Raw Data(csv)</a:t>
          </a:r>
          <a:endParaRPr lang="en-IN" sz="2000" kern="1200" dirty="0"/>
        </a:p>
      </dsp:txBody>
      <dsp:txXfrm>
        <a:off x="51505" y="198806"/>
        <a:ext cx="2827544" cy="1655326"/>
      </dsp:txXfrm>
    </dsp:sp>
    <dsp:sp modelId="{3EA0930F-CB67-4095-948D-2A15DE7FBE4C}">
      <dsp:nvSpPr>
        <dsp:cNvPr id="0" name=""/>
        <dsp:cNvSpPr/>
      </dsp:nvSpPr>
      <dsp:spPr>
        <a:xfrm rot="21593239">
          <a:off x="3226053" y="659003"/>
          <a:ext cx="626470" cy="7267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100" kern="1200"/>
        </a:p>
      </dsp:txBody>
      <dsp:txXfrm>
        <a:off x="3226053" y="804543"/>
        <a:ext cx="438529" cy="436065"/>
      </dsp:txXfrm>
    </dsp:sp>
    <dsp:sp modelId="{C3371282-9C0E-4F4E-9F55-251297627C54}">
      <dsp:nvSpPr>
        <dsp:cNvPr id="0" name=""/>
        <dsp:cNvSpPr/>
      </dsp:nvSpPr>
      <dsp:spPr>
        <a:xfrm>
          <a:off x="4112567" y="139218"/>
          <a:ext cx="2930544" cy="17583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Python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(Data Cleaning)</a:t>
          </a:r>
        </a:p>
      </dsp:txBody>
      <dsp:txXfrm>
        <a:off x="4164067" y="190718"/>
        <a:ext cx="2827544" cy="1655326"/>
      </dsp:txXfrm>
    </dsp:sp>
    <dsp:sp modelId="{8F3D421F-A12A-4BF3-BCBB-C3522C8485D1}">
      <dsp:nvSpPr>
        <dsp:cNvPr id="0" name=""/>
        <dsp:cNvSpPr/>
      </dsp:nvSpPr>
      <dsp:spPr>
        <a:xfrm rot="21586076">
          <a:off x="7307873" y="646850"/>
          <a:ext cx="561302" cy="7267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100" kern="1200"/>
        </a:p>
      </dsp:txBody>
      <dsp:txXfrm>
        <a:off x="7307874" y="792546"/>
        <a:ext cx="392911" cy="436065"/>
      </dsp:txXfrm>
    </dsp:sp>
    <dsp:sp modelId="{55700F15-8F80-4286-B360-978BAE71A6C5}">
      <dsp:nvSpPr>
        <dsp:cNvPr id="0" name=""/>
        <dsp:cNvSpPr/>
      </dsp:nvSpPr>
      <dsp:spPr>
        <a:xfrm>
          <a:off x="8102164" y="123059"/>
          <a:ext cx="2930544" cy="17583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SQLite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(</a:t>
          </a:r>
          <a:r>
            <a:rPr lang="en-IN" sz="1800" kern="1200" dirty="0"/>
            <a:t>Database</a:t>
          </a:r>
          <a:r>
            <a:rPr lang="en-IN" sz="2000" kern="1200" dirty="0"/>
            <a:t>)</a:t>
          </a:r>
        </a:p>
      </dsp:txBody>
      <dsp:txXfrm>
        <a:off x="8153664" y="174559"/>
        <a:ext cx="2827544" cy="16553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DB2D58-4316-4A3E-9773-4A3E21136879}">
      <dsp:nvSpPr>
        <dsp:cNvPr id="0" name=""/>
        <dsp:cNvSpPr/>
      </dsp:nvSpPr>
      <dsp:spPr>
        <a:xfrm>
          <a:off x="9978" y="69152"/>
          <a:ext cx="2982590" cy="17895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SQLite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(Data Analysis)</a:t>
          </a:r>
        </a:p>
      </dsp:txBody>
      <dsp:txXfrm>
        <a:off x="62392" y="121566"/>
        <a:ext cx="2877762" cy="1684726"/>
      </dsp:txXfrm>
    </dsp:sp>
    <dsp:sp modelId="{0A1F1CDE-0262-4513-ADD4-A51142E9D336}">
      <dsp:nvSpPr>
        <dsp:cNvPr id="0" name=""/>
        <dsp:cNvSpPr/>
      </dsp:nvSpPr>
      <dsp:spPr>
        <a:xfrm>
          <a:off x="3290827" y="594088"/>
          <a:ext cx="632309" cy="7396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100" kern="1200"/>
        </a:p>
      </dsp:txBody>
      <dsp:txXfrm>
        <a:off x="3290827" y="742024"/>
        <a:ext cx="442616" cy="443810"/>
      </dsp:txXfrm>
    </dsp:sp>
    <dsp:sp modelId="{101D880A-AD2B-4E28-83E9-B1D349F38B3E}">
      <dsp:nvSpPr>
        <dsp:cNvPr id="0" name=""/>
        <dsp:cNvSpPr/>
      </dsp:nvSpPr>
      <dsp:spPr>
        <a:xfrm>
          <a:off x="4185604" y="69152"/>
          <a:ext cx="2982590" cy="17895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Power BI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(Dashboard &amp; Visualization)</a:t>
          </a:r>
        </a:p>
      </dsp:txBody>
      <dsp:txXfrm>
        <a:off x="4238018" y="121566"/>
        <a:ext cx="2877762" cy="1684726"/>
      </dsp:txXfrm>
    </dsp:sp>
    <dsp:sp modelId="{50C78880-70FF-4DD5-8F0E-1EBC721C6174}">
      <dsp:nvSpPr>
        <dsp:cNvPr id="0" name=""/>
        <dsp:cNvSpPr/>
      </dsp:nvSpPr>
      <dsp:spPr>
        <a:xfrm>
          <a:off x="7466454" y="594088"/>
          <a:ext cx="632309" cy="7396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100" kern="1200"/>
        </a:p>
      </dsp:txBody>
      <dsp:txXfrm>
        <a:off x="7466454" y="742024"/>
        <a:ext cx="442616" cy="443810"/>
      </dsp:txXfrm>
    </dsp:sp>
    <dsp:sp modelId="{04E96A0A-05E5-451D-B832-3778FE196385}">
      <dsp:nvSpPr>
        <dsp:cNvPr id="0" name=""/>
        <dsp:cNvSpPr/>
      </dsp:nvSpPr>
      <dsp:spPr>
        <a:xfrm>
          <a:off x="8361231" y="69152"/>
          <a:ext cx="2982590" cy="17895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Insights &amp; Recommendations</a:t>
          </a:r>
          <a:endParaRPr lang="en-IN" sz="1800" kern="1200" dirty="0"/>
        </a:p>
      </dsp:txBody>
      <dsp:txXfrm>
        <a:off x="8413645" y="121566"/>
        <a:ext cx="2877762" cy="16847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C8BF2-BF98-6688-6144-A2C4EFEC9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7110B1-368F-6725-4F08-A198B6983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185CD-8260-F43E-5698-E56527D2B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4472-8CC9-43FE-8B90-F3376E9565DF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23CFD-8968-E716-D928-39188F654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43F39-FCCE-E114-0FF5-B01905ABE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4D8F4-0F8B-437D-9D3E-8A15E7DA7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47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F6CE-926E-3598-2C9F-1DC007E3F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361FF-A445-3216-D780-1D247F7F1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9BF94-5C2A-874D-59D8-D3CE1D02D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4472-8CC9-43FE-8B90-F3376E9565DF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629F5-791A-A2D2-5935-9789C9983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4609C-2DA9-F506-8C24-069245B5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4D8F4-0F8B-437D-9D3E-8A15E7DA7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486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F022B-92B9-48D3-3486-4E4421C1A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7CD21-6E4B-C4A3-1ED7-84A01A88E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05D02-F3F7-CB7F-B666-47D159327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4472-8CC9-43FE-8B90-F3376E9565DF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0EF22-EB78-A2D5-9A13-7A6888EF8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75537-D6AA-D443-223B-65C08C574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4D8F4-0F8B-437D-9D3E-8A15E7DA7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683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4AA22-7F2C-36A7-D451-59797F975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94797-A95C-C2A1-F042-5B2A6D9637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AC2B6-0972-5CF5-8445-A1259665A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69619-CC1C-0547-52F3-25DD7BAD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4472-8CC9-43FE-8B90-F3376E9565DF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6A492-CD59-538F-722D-805602A73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58544-D9D4-6216-D765-D6BFCBFD8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4D8F4-0F8B-437D-9D3E-8A15E7DA7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21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F88A9-4FA2-5B94-9716-C6A7B3D2B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80A55-E656-3311-C3E0-B77F4981E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E3B07-F506-A151-14CA-DEF4FC7D1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91C1C7-1488-51C2-4E93-A746729CFC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0FD553-78BB-AE97-4D23-5ED78E2D3A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DC3F4C-7411-160B-45A4-3EF6AD215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4472-8CC9-43FE-8B90-F3376E9565DF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EC436B-CC6F-5310-4BED-758261D8E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330BFE-7C37-1D40-DD31-F2559438A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4D8F4-0F8B-437D-9D3E-8A15E7DA7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047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FE066-726B-0BC9-9BFB-9B37763B4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FDBA91-8C30-4286-6E2E-7502D227F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4472-8CC9-43FE-8B90-F3376E9565DF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EABE8-89A7-00AC-63B7-7D3B73B93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60DDE-BFE8-8287-93C2-39755839E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4D8F4-0F8B-437D-9D3E-8A15E7DA7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99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13B510-4A95-08CF-4C08-AEFB7C2B7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4472-8CC9-43FE-8B90-F3376E9565DF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9418E4-505E-B191-6EC0-7A4CD69C3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B969C-2089-D422-FB5D-8A8F8BCD5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4D8F4-0F8B-437D-9D3E-8A15E7DA7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242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E8902-63E5-88A2-7A4D-1983CF07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9DB56-FFF4-C8C0-68CF-85D2E9A03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DB8F9-BA41-66CF-12D7-414C1B6B6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0E5A2-D1EB-263D-71AB-43C4D7FF2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4472-8CC9-43FE-8B90-F3376E9565DF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014A8-8EC7-733D-1A0C-092D42C7B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39043-B890-1E41-5F0C-EDFB2ABD4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4D8F4-0F8B-437D-9D3E-8A15E7DA7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516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791B6-C29E-3402-5DCB-4C756CCE4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458F33-4E54-BDEA-85EF-495D1F40CC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6BFBE-C0E4-170D-1013-3F72917B5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10074-EE0A-8F19-0410-467356544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4472-8CC9-43FE-8B90-F3376E9565DF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6B29C-F6CF-9F6E-6B01-984040086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8100A6-0F0D-A420-678B-C0CDB326B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4D8F4-0F8B-437D-9D3E-8A15E7DA7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211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A68C6-EA3D-7907-BE79-7E408460E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7E2B7-E797-8FF2-888C-D8E33645B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BC83D-D258-EC2D-B578-CB5EC1EDF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4472-8CC9-43FE-8B90-F3376E9565DF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D02A7-D7D7-D000-2C8E-AC8DC71E9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0362D-BCE1-8DE0-D0D7-57C6E5043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4D8F4-0F8B-437D-9D3E-8A15E7DA7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230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F1E94F-0098-0F7B-15C4-41CF8C1290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DF7C4-3780-409E-D095-ED71A1E72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0357D-3DDF-A6EB-B82A-377AD6524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4472-8CC9-43FE-8B90-F3376E9565DF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62F62-B231-393A-E66A-E0DC380E2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2912E-CBDB-C9EE-1183-AE953C0B1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4D8F4-0F8B-437D-9D3E-8A15E7DA7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433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50DF30-8FDB-06AC-E5AC-A4A01F0E4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A1FEB-4ACA-9493-4249-3C234EBAA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1B64F-C0F4-1F8B-299C-623F87EDD7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C4472-8CC9-43FE-8B90-F3376E9565DF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D8348-3629-4225-621B-E85CC0324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295F2-1EFF-7453-EDA3-B0CE5C0AD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4D8F4-0F8B-437D-9D3E-8A15E7DA7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467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67B3D-76A3-814B-2E4E-4333F254EB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Mutual Fund Analytics Dashboard</a:t>
            </a:r>
            <a:endParaRPr lang="en-IN" sz="36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D128A6-A381-DC5D-BC63-9A71C89856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Capstone Project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Tanaji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Abasaheb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Gade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| SQL | SQLite |Power BI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916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EAE4C-8956-7C5E-33AC-3E62B861D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+mn-lt"/>
              </a:rPr>
              <a:t>Project Overview</a:t>
            </a:r>
            <a:endParaRPr lang="en-IN" sz="36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74F6A-5287-F92C-E8EC-5ED98FC96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Analyze mutual fund investment data.</a:t>
            </a:r>
          </a:p>
          <a:p>
            <a:r>
              <a:rPr lang="en-US" sz="2000" b="1" dirty="0"/>
              <a:t>Perform data cleaning using Python.</a:t>
            </a:r>
          </a:p>
          <a:p>
            <a:r>
              <a:rPr lang="en-US" sz="2000" b="1" dirty="0"/>
              <a:t>Store data in SQLite database.</a:t>
            </a:r>
          </a:p>
          <a:p>
            <a:r>
              <a:rPr lang="en-US" sz="2000" b="1" dirty="0"/>
              <a:t>Build an interactive Power BI dashboard.</a:t>
            </a:r>
          </a:p>
          <a:p>
            <a:r>
              <a:rPr lang="en-US" sz="2000" b="1" dirty="0"/>
              <a:t>Generate insight into investment trends and investor behavior.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77871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0A071-5A31-2B4A-6063-77B63609D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+mn-lt"/>
              </a:rPr>
              <a:t>Technology Stack</a:t>
            </a:r>
            <a:endParaRPr lang="en-IN" sz="36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F44EE-01B8-C887-192A-1A813DBED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13756"/>
          </a:xfrm>
        </p:spPr>
        <p:txBody>
          <a:bodyPr>
            <a:normAutofit/>
          </a:bodyPr>
          <a:lstStyle/>
          <a:p>
            <a:r>
              <a:rPr lang="en-US" sz="2000" b="1" dirty="0"/>
              <a:t>Python – Data Cleaning &amp; Analysis</a:t>
            </a:r>
          </a:p>
          <a:p>
            <a:r>
              <a:rPr lang="en-US" sz="2000" b="1" dirty="0"/>
              <a:t>SQL – Database Queries</a:t>
            </a:r>
          </a:p>
          <a:p>
            <a:r>
              <a:rPr lang="en-US" sz="2000" b="1" dirty="0"/>
              <a:t>SQLite – Data Storage</a:t>
            </a:r>
          </a:p>
          <a:p>
            <a:r>
              <a:rPr lang="en-US" sz="2000" b="1" dirty="0"/>
              <a:t>Power BI – Dashboard &amp; Data Visualization</a:t>
            </a:r>
          </a:p>
          <a:p>
            <a:r>
              <a:rPr lang="en-US" sz="2000" b="1" dirty="0"/>
              <a:t>Git &amp; GitHub – Version Control &amp; Collaboration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690237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E80CA-872B-EA10-81A8-877E9005D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036319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+mn-lt"/>
              </a:rPr>
              <a:t>Dashboard Overview</a:t>
            </a:r>
            <a:endParaRPr lang="en-IN" sz="3600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5251C5A-6EBE-B21B-0C63-487D7003FF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8691"/>
            <a:ext cx="12359640" cy="50863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30D1A5-1A64-41A1-222A-9013732276D5}"/>
              </a:ext>
            </a:extLst>
          </p:cNvPr>
          <p:cNvSpPr txBox="1"/>
          <p:nvPr/>
        </p:nvSpPr>
        <p:spPr>
          <a:xfrm>
            <a:off x="858602" y="6123531"/>
            <a:ext cx="10927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1: Power BI Dashboard showing key investment insights.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2446210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5DFA0-AF47-F7AF-7AA5-93A992E5A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+mn-lt"/>
              </a:rPr>
              <a:t>Project Workflow</a:t>
            </a:r>
            <a:endParaRPr lang="en-IN" sz="3600" b="1" dirty="0">
              <a:solidFill>
                <a:srgbClr val="FF0000"/>
              </a:solidFill>
              <a:latin typeface="+mn-lt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0113A61-06FB-C8D3-739A-09C7304B04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2165285"/>
              </p:ext>
            </p:extLst>
          </p:nvPr>
        </p:nvGraphicFramePr>
        <p:xfrm>
          <a:off x="198120" y="1569721"/>
          <a:ext cx="11155680" cy="2036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DFD3662-B4AC-6E59-C775-A2C553C98A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3147333"/>
              </p:ext>
            </p:extLst>
          </p:nvPr>
        </p:nvGraphicFramePr>
        <p:xfrm>
          <a:off x="0" y="3726181"/>
          <a:ext cx="11353800" cy="19278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542201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15D25-5DE4-76F5-4CE9-CA81B8CFC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+mn-lt"/>
              </a:rPr>
              <a:t>Key Insights</a:t>
            </a:r>
            <a:endParaRPr lang="en-IN" sz="36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E750B-5DF4-32AB-4BEE-B322AE2F0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81555"/>
          </a:xfrm>
        </p:spPr>
        <p:txBody>
          <a:bodyPr>
            <a:normAutofit/>
          </a:bodyPr>
          <a:lstStyle/>
          <a:p>
            <a:r>
              <a:rPr lang="en-US" sz="2000" b="1" dirty="0"/>
              <a:t>Total investment analyzed: 4 Billion+</a:t>
            </a:r>
          </a:p>
          <a:p>
            <a:r>
              <a:rPr lang="en-US" sz="2000" b="1" dirty="0"/>
              <a:t>Lumpsum investment contributed the highest amount.</a:t>
            </a:r>
          </a:p>
          <a:p>
            <a:r>
              <a:rPr lang="en-US" sz="2000" b="1" dirty="0"/>
              <a:t>Male investors accounted for a larger share than female investors.</a:t>
            </a:r>
          </a:p>
          <a:p>
            <a:r>
              <a:rPr lang="en-US" sz="2000" b="1" dirty="0"/>
              <a:t>Tier-1 cities showed higher investment activity.</a:t>
            </a:r>
          </a:p>
          <a:p>
            <a:r>
              <a:rPr lang="en-US" sz="2000" b="1" dirty="0"/>
              <a:t>Monthly NAV remained relatively stable throughout the year.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08926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D444D-33BB-F5B5-A403-8F605E205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+mn-lt"/>
              </a:rPr>
              <a:t>Conclusion</a:t>
            </a:r>
            <a:endParaRPr lang="en-IN" sz="36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A533E-61D6-72FF-D821-2B4382804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05136"/>
          </a:xfrm>
        </p:spPr>
        <p:txBody>
          <a:bodyPr>
            <a:normAutofit/>
          </a:bodyPr>
          <a:lstStyle/>
          <a:p>
            <a:r>
              <a:rPr lang="en-US" sz="2000" b="1" dirty="0"/>
              <a:t>Successfully analyzed mutual fund investment data.</a:t>
            </a:r>
          </a:p>
          <a:p>
            <a:r>
              <a:rPr lang="en-US" sz="2000" b="1" dirty="0"/>
              <a:t>Cleaned and processed the dataset using Python.</a:t>
            </a:r>
          </a:p>
          <a:p>
            <a:r>
              <a:rPr lang="en-US" sz="2000" b="1" dirty="0"/>
              <a:t>Stored data in SQLite and performed SQL analysis.</a:t>
            </a:r>
          </a:p>
          <a:p>
            <a:r>
              <a:rPr lang="en-US" sz="2000" b="1" dirty="0"/>
              <a:t>Developed an interactive Power BI dashboard.</a:t>
            </a:r>
          </a:p>
          <a:p>
            <a:r>
              <a:rPr lang="en-US" sz="2000" b="1" dirty="0"/>
              <a:t>Generated meaningful insights to support investment decisions.</a:t>
            </a:r>
          </a:p>
          <a:p>
            <a:pPr marL="0" indent="0" algn="ctr">
              <a:buNone/>
            </a:pPr>
            <a:r>
              <a:rPr lang="en-US" sz="3200" b="1" dirty="0"/>
              <a:t>Thank You!</a:t>
            </a:r>
          </a:p>
          <a:p>
            <a:pPr marL="0" indent="0" algn="ctr">
              <a:buNone/>
            </a:pPr>
            <a:r>
              <a:rPr lang="en-IN" sz="3200" b="1" dirty="0"/>
              <a:t>Questions</a:t>
            </a:r>
            <a:r>
              <a:rPr lang="en-US" sz="3200" b="1" dirty="0"/>
              <a:t>?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906258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216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Mutual Fund Analytics Dashboard</vt:lpstr>
      <vt:lpstr>Project Overview</vt:lpstr>
      <vt:lpstr>Technology Stack</vt:lpstr>
      <vt:lpstr>Dashboard Overview</vt:lpstr>
      <vt:lpstr>Project Workflow</vt:lpstr>
      <vt:lpstr>Key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Tanaji gade</dc:creator>
  <cp:lastModifiedBy>Tanaji gade</cp:lastModifiedBy>
  <cp:revision>1</cp:revision>
  <dcterms:created xsi:type="dcterms:W3CDTF">2026-07-12T21:59:44Z</dcterms:created>
  <dcterms:modified xsi:type="dcterms:W3CDTF">2026-07-12T23:12:14Z</dcterms:modified>
</cp:coreProperties>
</file>